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 Pass Barcode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Modernizing Public Transport Ticketing</a:t>
            </a:r>
          </a:p>
          <a:p>
            <a:r>
              <a:t>Presented by: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• Traditional paper ticketing is inefficient and prone to loss.</a:t>
            </a:r>
          </a:p>
          <a:p>
            <a:pPr lvl="1"/>
            <a:r>
              <a:t>• Long queues for buying passes and tickets.</a:t>
            </a:r>
          </a:p>
          <a:p>
            <a:br/>
            <a:pPr>
              <a:defRPr b="1"/>
            </a:pPr>
            <a:r>
              <a:t>Solution:</a:t>
            </a:r>
          </a:p>
          <a:p>
            <a:pPr lvl="1"/>
            <a:r>
              <a:t>• A digital platform for managing bus passes and tickets.</a:t>
            </a:r>
          </a:p>
          <a:p>
            <a:pPr lvl="1"/>
            <a:r>
              <a:t>• QR/Barcode-based verification for conductors.</a:t>
            </a:r>
          </a:p>
          <a:p>
            <a:pPr lvl="1"/>
            <a:r>
              <a:t>• Seamless wallet-based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User Roles: Admin, User, Conductor.</a:t>
            </a:r>
          </a:p>
          <a:p>
            <a:pPr>
              <a:spcAft>
                <a:spcPts val="1000"/>
              </a:spcAft>
            </a:pPr>
            <a:r>
              <a:t>Digital Wallet: Easy recharge and payments.</a:t>
            </a:r>
          </a:p>
          <a:p>
            <a:pPr>
              <a:spcAft>
                <a:spcPts val="1000"/>
              </a:spcAft>
            </a:pPr>
            <a:r>
              <a:t>Smart Routing: Search routes by Source &amp; Destination.</a:t>
            </a:r>
          </a:p>
          <a:p>
            <a:pPr>
              <a:spcAft>
                <a:spcPts val="1000"/>
              </a:spcAft>
            </a:pPr>
            <a:r>
              <a:t>Instant Booking: Buy tickets for specific bus schedules.</a:t>
            </a:r>
          </a:p>
          <a:p>
            <a:pPr>
              <a:spcAft>
                <a:spcPts val="1000"/>
              </a:spcAft>
            </a:pPr>
            <a:r>
              <a:t>Barcode Verification: Secure scanning by Conductors.</a:t>
            </a:r>
          </a:p>
          <a:p>
            <a:pPr>
              <a:spcAft>
                <a:spcPts val="1000"/>
              </a:spcAft>
            </a:pPr>
            <a:r>
              <a:t>Pass Management: Monthly/Weekly passes linked to user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1. Registration: User creates an account.</a:t>
            </a:r>
          </a:p>
          <a:p>
            <a:pPr>
              <a:spcAft>
                <a:spcPts val="1000"/>
              </a:spcAft>
            </a:pPr>
            <a:r>
              <a:t>2. Wallet Recharge: Adds money to digital wallet.</a:t>
            </a:r>
          </a:p>
          <a:p>
            <a:pPr>
              <a:spcAft>
                <a:spcPts val="1000"/>
              </a:spcAft>
            </a:pPr>
            <a:r>
              <a:t>3. Route Search: Finds available buses for desired route.</a:t>
            </a:r>
          </a:p>
          <a:p>
            <a:pPr>
              <a:spcAft>
                <a:spcPts val="1000"/>
              </a:spcAft>
            </a:pPr>
            <a:r>
              <a:t>4. Purchase: Buys a ticket or pass using wallet balance.</a:t>
            </a:r>
          </a:p>
          <a:p>
            <a:pPr>
              <a:spcAft>
                <a:spcPts val="1000"/>
              </a:spcAft>
            </a:pPr>
            <a:r>
              <a:t>5. Boarding: Shows digital pass/ticket to Conductor.</a:t>
            </a:r>
          </a:p>
          <a:p>
            <a:pPr>
              <a:spcAft>
                <a:spcPts val="1000"/>
              </a:spcAft>
            </a:pPr>
            <a:r>
              <a:t>6. Verification: Conductor scans barcode to validate.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Framework:</a:t>
            </a:r>
          </a:p>
          <a:p>
            <a:pPr lvl="1"/>
            <a:r>
              <a:t>• Django (Python)</a:t>
            </a:r>
          </a:p>
          <a:p>
            <a:r>
              <a:t>Database:</a:t>
            </a:r>
          </a:p>
          <a:p>
            <a:pPr lvl="1"/>
            <a:r>
              <a:t>• SQLite (Development) / PostgreSQL (Production)</a:t>
            </a:r>
          </a:p>
          <a:p>
            <a:r>
              <a:t>Frontend:</a:t>
            </a:r>
          </a:p>
          <a:p>
            <a:pPr lvl="1"/>
            <a:r>
              <a:t>• HTML5, CSS3, JavaScript (Django Templates)</a:t>
            </a:r>
          </a:p>
          <a:p>
            <a:r>
              <a:t>Libraries:</a:t>
            </a:r>
          </a:p>
          <a:p>
            <a:pPr lvl="1"/>
            <a:r>
              <a:t>• python-barcode (Generation), Razorpay (Payments)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Live Bus Tracking using GPS Integration.</a:t>
            </a:r>
          </a:p>
          <a:p>
            <a:pPr>
              <a:spcAft>
                <a:spcPts val="1000"/>
              </a:spcAft>
            </a:pPr>
            <a:r>
              <a:t>Mobile App (Android/iOS) for better accessibility.</a:t>
            </a:r>
          </a:p>
          <a:p>
            <a:pPr>
              <a:spcAft>
                <a:spcPts val="1000"/>
              </a:spcAft>
            </a:pPr>
            <a:r>
              <a:t>Automated Fare Calculation based on distance.</a:t>
            </a:r>
          </a:p>
          <a:p>
            <a:pPr>
              <a:spcAft>
                <a:spcPts val="1000"/>
              </a:spcAft>
            </a:pPr>
            <a:r>
              <a:t>Loyalty points and discounts for frequent travelers.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